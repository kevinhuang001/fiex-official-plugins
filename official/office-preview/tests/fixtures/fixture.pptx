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Fiex 产品介绍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一个更快的文件管理器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插件化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Office 预览、SQLite 查看器、远程连接都以插件形式安装。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完善预览与搜索，保持核心轻量。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